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8" r:id="rId15"/>
    <p:sldId id="269" r:id="rId16"/>
    <p:sldId id="270" r:id="rId17"/>
    <p:sldId id="272" r:id="rId18"/>
    <p:sldId id="273" r:id="rId19"/>
  </p:sldIdLst>
  <p:sldSz cx="9144000" cy="6858000" type="screen4x3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81138B-E966-47FB-AF4D-281EAA4BE0F6}" v="27" dt="2026-02-25T16:25:15.9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8" y="6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microsoft.com/office/2016/11/relationships/changesInfo" Target="changesInfos/changesInfo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anda Harris" userId="41938d53422d570b" providerId="LiveId" clId="{F1024695-3E68-4489-86C7-151F37E04213}"/>
    <pc:docChg chg="undo custSel addSld delSld modSld sldOrd delMainMaster">
      <pc:chgData name="Maranda Harris" userId="41938d53422d570b" providerId="LiveId" clId="{F1024695-3E68-4489-86C7-151F37E04213}" dt="2026-02-25T16:26:11.936" v="1182" actId="403"/>
      <pc:docMkLst>
        <pc:docMk/>
      </pc:docMkLst>
      <pc:sldChg chg="modSp mod">
        <pc:chgData name="Maranda Harris" userId="41938d53422d570b" providerId="LiveId" clId="{F1024695-3E68-4489-86C7-151F37E04213}" dt="2026-02-25T16:03:52.897" v="778" actId="20577"/>
        <pc:sldMkLst>
          <pc:docMk/>
          <pc:sldMk cId="0" sldId="256"/>
        </pc:sldMkLst>
        <pc:spChg chg="mod">
          <ac:chgData name="Maranda Harris" userId="41938d53422d570b" providerId="LiveId" clId="{F1024695-3E68-4489-86C7-151F37E04213}" dt="2026-02-25T16:03:52.897" v="778" actId="20577"/>
          <ac:spMkLst>
            <pc:docMk/>
            <pc:sldMk cId="0" sldId="256"/>
            <ac:spMk id="123" creationId="{00000000-0000-0000-0000-000000000000}"/>
          </ac:spMkLst>
        </pc:spChg>
      </pc:sldChg>
      <pc:sldChg chg="addSp modSp mod">
        <pc:chgData name="Maranda Harris" userId="41938d53422d570b" providerId="LiveId" clId="{F1024695-3E68-4489-86C7-151F37E04213}" dt="2026-02-25T14:30:36.792" v="762" actId="20577"/>
        <pc:sldMkLst>
          <pc:docMk/>
          <pc:sldMk cId="0" sldId="258"/>
        </pc:sldMkLst>
        <pc:spChg chg="add mod">
          <ac:chgData name="Maranda Harris" userId="41938d53422d570b" providerId="LiveId" clId="{F1024695-3E68-4489-86C7-151F37E04213}" dt="2026-02-25T14:30:36.792" v="762" actId="20577"/>
          <ac:spMkLst>
            <pc:docMk/>
            <pc:sldMk cId="0" sldId="258"/>
            <ac:spMk id="2" creationId="{96021A52-7E24-4692-27CB-AD6E3431984D}"/>
          </ac:spMkLst>
        </pc:spChg>
        <pc:spChg chg="mod">
          <ac:chgData name="Maranda Harris" userId="41938d53422d570b" providerId="LiveId" clId="{F1024695-3E68-4489-86C7-151F37E04213}" dt="2026-02-25T14:19:06.085" v="366" actId="14100"/>
          <ac:spMkLst>
            <pc:docMk/>
            <pc:sldMk cId="0" sldId="258"/>
            <ac:spMk id="127" creationId="{00000000-0000-0000-0000-000000000000}"/>
          </ac:spMkLst>
        </pc:spChg>
        <pc:spChg chg="mod">
          <ac:chgData name="Maranda Harris" userId="41938d53422d570b" providerId="LiveId" clId="{F1024695-3E68-4489-86C7-151F37E04213}" dt="2026-02-25T14:19:11.849" v="368" actId="1076"/>
          <ac:spMkLst>
            <pc:docMk/>
            <pc:sldMk cId="0" sldId="258"/>
            <ac:spMk id="128" creationId="{00000000-0000-0000-0000-000000000000}"/>
          </ac:spMkLst>
        </pc:spChg>
      </pc:sldChg>
      <pc:sldChg chg="addSp modSp mod">
        <pc:chgData name="Maranda Harris" userId="41938d53422d570b" providerId="LiveId" clId="{F1024695-3E68-4489-86C7-151F37E04213}" dt="2026-02-25T14:29:40.500" v="734" actId="20577"/>
        <pc:sldMkLst>
          <pc:docMk/>
          <pc:sldMk cId="0" sldId="259"/>
        </pc:sldMkLst>
        <pc:spChg chg="add mod">
          <ac:chgData name="Maranda Harris" userId="41938d53422d570b" providerId="LiveId" clId="{F1024695-3E68-4489-86C7-151F37E04213}" dt="2026-02-25T14:29:40.500" v="734" actId="20577"/>
          <ac:spMkLst>
            <pc:docMk/>
            <pc:sldMk cId="0" sldId="259"/>
            <ac:spMk id="2" creationId="{2BD348D2-270B-2143-07F6-40A5EE983307}"/>
          </ac:spMkLst>
        </pc:spChg>
        <pc:spChg chg="mod">
          <ac:chgData name="Maranda Harris" userId="41938d53422d570b" providerId="LiveId" clId="{F1024695-3E68-4489-86C7-151F37E04213}" dt="2026-02-25T14:25:16.053" v="410" actId="20577"/>
          <ac:spMkLst>
            <pc:docMk/>
            <pc:sldMk cId="0" sldId="259"/>
            <ac:spMk id="129" creationId="{00000000-0000-0000-0000-000000000000}"/>
          </ac:spMkLst>
        </pc:spChg>
        <pc:spChg chg="mod">
          <ac:chgData name="Maranda Harris" userId="41938d53422d570b" providerId="LiveId" clId="{F1024695-3E68-4489-86C7-151F37E04213}" dt="2026-02-25T14:29:13.126" v="725" actId="20577"/>
          <ac:spMkLst>
            <pc:docMk/>
            <pc:sldMk cId="0" sldId="259"/>
            <ac:spMk id="130" creationId="{00000000-0000-0000-0000-000000000000}"/>
          </ac:spMkLst>
        </pc:spChg>
      </pc:sldChg>
      <pc:sldChg chg="addSp modSp mod">
        <pc:chgData name="Maranda Harris" userId="41938d53422d570b" providerId="LiveId" clId="{F1024695-3E68-4489-86C7-151F37E04213}" dt="2026-02-25T14:28:11.534" v="664" actId="20577"/>
        <pc:sldMkLst>
          <pc:docMk/>
          <pc:sldMk cId="0" sldId="260"/>
        </pc:sldMkLst>
        <pc:spChg chg="add mod">
          <ac:chgData name="Maranda Harris" userId="41938d53422d570b" providerId="LiveId" clId="{F1024695-3E68-4489-86C7-151F37E04213}" dt="2026-02-25T14:28:11.534" v="664" actId="20577"/>
          <ac:spMkLst>
            <pc:docMk/>
            <pc:sldMk cId="0" sldId="260"/>
            <ac:spMk id="2" creationId="{055BFAA6-3468-F327-5852-BDB3DBED9231}"/>
          </ac:spMkLst>
        </pc:spChg>
        <pc:spChg chg="mod">
          <ac:chgData name="Maranda Harris" userId="41938d53422d570b" providerId="LiveId" clId="{F1024695-3E68-4489-86C7-151F37E04213}" dt="2026-02-25T14:26:15.622" v="453" actId="404"/>
          <ac:spMkLst>
            <pc:docMk/>
            <pc:sldMk cId="0" sldId="260"/>
            <ac:spMk id="131" creationId="{00000000-0000-0000-0000-000000000000}"/>
          </ac:spMkLst>
        </pc:spChg>
        <pc:spChg chg="mod">
          <ac:chgData name="Maranda Harris" userId="41938d53422d570b" providerId="LiveId" clId="{F1024695-3E68-4489-86C7-151F37E04213}" dt="2026-02-25T14:27:23.088" v="552" actId="20577"/>
          <ac:spMkLst>
            <pc:docMk/>
            <pc:sldMk cId="0" sldId="260"/>
            <ac:spMk id="132" creationId="{00000000-0000-0000-0000-000000000000}"/>
          </ac:spMkLst>
        </pc:spChg>
      </pc:sldChg>
      <pc:sldChg chg="modSp mod">
        <pc:chgData name="Maranda Harris" userId="41938d53422d570b" providerId="LiveId" clId="{F1024695-3E68-4489-86C7-151F37E04213}" dt="2026-02-25T16:06:24.782" v="823" actId="403"/>
        <pc:sldMkLst>
          <pc:docMk/>
          <pc:sldMk cId="0" sldId="261"/>
        </pc:sldMkLst>
        <pc:spChg chg="mod">
          <ac:chgData name="Maranda Harris" userId="41938d53422d570b" providerId="LiveId" clId="{F1024695-3E68-4489-86C7-151F37E04213}" dt="2026-02-25T16:06:24.782" v="823" actId="403"/>
          <ac:spMkLst>
            <pc:docMk/>
            <pc:sldMk cId="0" sldId="261"/>
            <ac:spMk id="134" creationId="{00000000-0000-0000-0000-000000000000}"/>
          </ac:spMkLst>
        </pc:spChg>
      </pc:sldChg>
      <pc:sldChg chg="modSp mod">
        <pc:chgData name="Maranda Harris" userId="41938d53422d570b" providerId="LiveId" clId="{F1024695-3E68-4489-86C7-151F37E04213}" dt="2026-02-25T16:10:20.461" v="937" actId="20577"/>
        <pc:sldMkLst>
          <pc:docMk/>
          <pc:sldMk cId="0" sldId="262"/>
        </pc:sldMkLst>
        <pc:spChg chg="mod">
          <ac:chgData name="Maranda Harris" userId="41938d53422d570b" providerId="LiveId" clId="{F1024695-3E68-4489-86C7-151F37E04213}" dt="2026-02-25T16:10:20.461" v="937" actId="20577"/>
          <ac:spMkLst>
            <pc:docMk/>
            <pc:sldMk cId="0" sldId="262"/>
            <ac:spMk id="136" creationId="{00000000-0000-0000-0000-000000000000}"/>
          </ac:spMkLst>
        </pc:spChg>
      </pc:sldChg>
      <pc:sldChg chg="modSp mod ord">
        <pc:chgData name="Maranda Harris" userId="41938d53422d570b" providerId="LiveId" clId="{F1024695-3E68-4489-86C7-151F37E04213}" dt="2026-02-25T16:08:24.172" v="907" actId="5793"/>
        <pc:sldMkLst>
          <pc:docMk/>
          <pc:sldMk cId="0" sldId="263"/>
        </pc:sldMkLst>
        <pc:spChg chg="mod">
          <ac:chgData name="Maranda Harris" userId="41938d53422d570b" providerId="LiveId" clId="{F1024695-3E68-4489-86C7-151F37E04213}" dt="2026-02-25T16:08:24.172" v="907" actId="5793"/>
          <ac:spMkLst>
            <pc:docMk/>
            <pc:sldMk cId="0" sldId="263"/>
            <ac:spMk id="138" creationId="{00000000-0000-0000-0000-000000000000}"/>
          </ac:spMkLst>
        </pc:spChg>
      </pc:sldChg>
      <pc:sldChg chg="modSp mod">
        <pc:chgData name="Maranda Harris" userId="41938d53422d570b" providerId="LiveId" clId="{F1024695-3E68-4489-86C7-151F37E04213}" dt="2026-02-25T16:10:16.050" v="936" actId="403"/>
        <pc:sldMkLst>
          <pc:docMk/>
          <pc:sldMk cId="0" sldId="264"/>
        </pc:sldMkLst>
        <pc:spChg chg="mod">
          <ac:chgData name="Maranda Harris" userId="41938d53422d570b" providerId="LiveId" clId="{F1024695-3E68-4489-86C7-151F37E04213}" dt="2026-02-25T16:10:16.050" v="936" actId="403"/>
          <ac:spMkLst>
            <pc:docMk/>
            <pc:sldMk cId="0" sldId="264"/>
            <ac:spMk id="140" creationId="{00000000-0000-0000-0000-000000000000}"/>
          </ac:spMkLst>
        </pc:spChg>
      </pc:sldChg>
      <pc:sldChg chg="addSp modSp mod">
        <pc:chgData name="Maranda Harris" userId="41938d53422d570b" providerId="LiveId" clId="{F1024695-3E68-4489-86C7-151F37E04213}" dt="2026-02-25T16:17:30.776" v="942" actId="122"/>
        <pc:sldMkLst>
          <pc:docMk/>
          <pc:sldMk cId="0" sldId="265"/>
        </pc:sldMkLst>
        <pc:spChg chg="add mod">
          <ac:chgData name="Maranda Harris" userId="41938d53422d570b" providerId="LiveId" clId="{F1024695-3E68-4489-86C7-151F37E04213}" dt="2026-02-25T16:17:30.776" v="942" actId="122"/>
          <ac:spMkLst>
            <pc:docMk/>
            <pc:sldMk cId="0" sldId="265"/>
            <ac:spMk id="3" creationId="{1DB1757B-D910-BD52-734B-B403C8EAAA30}"/>
          </ac:spMkLst>
        </pc:spChg>
        <pc:picChg chg="mod">
          <ac:chgData name="Maranda Harris" userId="41938d53422d570b" providerId="LiveId" clId="{F1024695-3E68-4489-86C7-151F37E04213}" dt="2026-02-25T16:17:20.327" v="938" actId="1076"/>
          <ac:picMkLst>
            <pc:docMk/>
            <pc:sldMk cId="0" sldId="265"/>
            <ac:picMk id="142" creationId="{00000000-0000-0000-0000-000000000000}"/>
          </ac:picMkLst>
        </pc:picChg>
      </pc:sldChg>
      <pc:sldChg chg="addSp modSp mod">
        <pc:chgData name="Maranda Harris" userId="41938d53422d570b" providerId="LiveId" clId="{F1024695-3E68-4489-86C7-151F37E04213}" dt="2026-02-25T16:19:06.032" v="959" actId="255"/>
        <pc:sldMkLst>
          <pc:docMk/>
          <pc:sldMk cId="0" sldId="266"/>
        </pc:sldMkLst>
        <pc:spChg chg="add mod">
          <ac:chgData name="Maranda Harris" userId="41938d53422d570b" providerId="LiveId" clId="{F1024695-3E68-4489-86C7-151F37E04213}" dt="2026-02-25T16:19:06.032" v="959" actId="255"/>
          <ac:spMkLst>
            <pc:docMk/>
            <pc:sldMk cId="0" sldId="266"/>
            <ac:spMk id="3" creationId="{B4E94833-DBB8-F07D-E078-49ADE2F19ED3}"/>
          </ac:spMkLst>
        </pc:spChg>
        <pc:spChg chg="mod">
          <ac:chgData name="Maranda Harris" userId="41938d53422d570b" providerId="LiveId" clId="{F1024695-3E68-4489-86C7-151F37E04213}" dt="2026-02-25T16:18:26.827" v="952" actId="122"/>
          <ac:spMkLst>
            <pc:docMk/>
            <pc:sldMk cId="0" sldId="266"/>
            <ac:spMk id="145" creationId="{00000000-0000-0000-0000-000000000000}"/>
          </ac:spMkLst>
        </pc:spChg>
      </pc:sldChg>
      <pc:sldChg chg="del">
        <pc:chgData name="Maranda Harris" userId="41938d53422d570b" providerId="LiveId" clId="{F1024695-3E68-4489-86C7-151F37E04213}" dt="2026-02-25T14:20:18.872" v="372" actId="2696"/>
        <pc:sldMkLst>
          <pc:docMk/>
          <pc:sldMk cId="0" sldId="267"/>
        </pc:sldMkLst>
      </pc:sldChg>
      <pc:sldChg chg="addSp modSp mod">
        <pc:chgData name="Maranda Harris" userId="41938d53422d570b" providerId="LiveId" clId="{F1024695-3E68-4489-86C7-151F37E04213}" dt="2026-02-25T16:20:28.435" v="1019" actId="1076"/>
        <pc:sldMkLst>
          <pc:docMk/>
          <pc:sldMk cId="0" sldId="268"/>
        </pc:sldMkLst>
        <pc:spChg chg="add mod">
          <ac:chgData name="Maranda Harris" userId="41938d53422d570b" providerId="LiveId" clId="{F1024695-3E68-4489-86C7-151F37E04213}" dt="2026-02-25T16:20:28.435" v="1019" actId="1076"/>
          <ac:spMkLst>
            <pc:docMk/>
            <pc:sldMk cId="0" sldId="268"/>
            <ac:spMk id="3" creationId="{5D7AEB95-AF36-9986-6FF8-D97A7285B9B9}"/>
          </ac:spMkLst>
        </pc:spChg>
        <pc:spChg chg="mod">
          <ac:chgData name="Maranda Harris" userId="41938d53422d570b" providerId="LiveId" clId="{F1024695-3E68-4489-86C7-151F37E04213}" dt="2026-02-25T16:19:56.521" v="1007" actId="14100"/>
          <ac:spMkLst>
            <pc:docMk/>
            <pc:sldMk cId="0" sldId="268"/>
            <ac:spMk id="158" creationId="{00000000-0000-0000-0000-000000000000}"/>
          </ac:spMkLst>
        </pc:spChg>
      </pc:sldChg>
      <pc:sldChg chg="addSp modSp mod">
        <pc:chgData name="Maranda Harris" userId="41938d53422d570b" providerId="LiveId" clId="{F1024695-3E68-4489-86C7-151F37E04213}" dt="2026-02-25T16:26:11.936" v="1182" actId="403"/>
        <pc:sldMkLst>
          <pc:docMk/>
          <pc:sldMk cId="0" sldId="269"/>
        </pc:sldMkLst>
        <pc:spChg chg="add mod">
          <ac:chgData name="Maranda Harris" userId="41938d53422d570b" providerId="LiveId" clId="{F1024695-3E68-4489-86C7-151F37E04213}" dt="2026-02-25T16:26:11.936" v="1182" actId="403"/>
          <ac:spMkLst>
            <pc:docMk/>
            <pc:sldMk cId="0" sldId="269"/>
            <ac:spMk id="2" creationId="{C1AC0B0C-73C6-FE31-2436-2D145BC7169C}"/>
          </ac:spMkLst>
        </pc:spChg>
        <pc:spChg chg="mod">
          <ac:chgData name="Maranda Harris" userId="41938d53422d570b" providerId="LiveId" clId="{F1024695-3E68-4489-86C7-151F37E04213}" dt="2026-02-25T16:24:54.026" v="1159" actId="20577"/>
          <ac:spMkLst>
            <pc:docMk/>
            <pc:sldMk cId="0" sldId="269"/>
            <ac:spMk id="159" creationId="{00000000-0000-0000-0000-000000000000}"/>
          </ac:spMkLst>
        </pc:spChg>
        <pc:spChg chg="mod">
          <ac:chgData name="Maranda Harris" userId="41938d53422d570b" providerId="LiveId" clId="{F1024695-3E68-4489-86C7-151F37E04213}" dt="2026-02-25T16:26:07.520" v="1181" actId="403"/>
          <ac:spMkLst>
            <pc:docMk/>
            <pc:sldMk cId="0" sldId="269"/>
            <ac:spMk id="160" creationId="{00000000-0000-0000-0000-000000000000}"/>
          </ac:spMkLst>
        </pc:spChg>
      </pc:sldChg>
      <pc:sldChg chg="addSp delSp modSp mod">
        <pc:chgData name="Maranda Harris" userId="41938d53422d570b" providerId="LiveId" clId="{F1024695-3E68-4489-86C7-151F37E04213}" dt="2026-02-25T16:21:54.706" v="1099" actId="20577"/>
        <pc:sldMkLst>
          <pc:docMk/>
          <pc:sldMk cId="0" sldId="270"/>
        </pc:sldMkLst>
        <pc:spChg chg="add del mod">
          <ac:chgData name="Maranda Harris" userId="41938d53422d570b" providerId="LiveId" clId="{F1024695-3E68-4489-86C7-151F37E04213}" dt="2026-02-25T16:20:49.774" v="1020" actId="21"/>
          <ac:spMkLst>
            <pc:docMk/>
            <pc:sldMk cId="0" sldId="270"/>
            <ac:spMk id="2" creationId="{B31A38A5-CE4B-65BF-EA68-5A6050CC5DE5}"/>
          </ac:spMkLst>
        </pc:spChg>
        <pc:spChg chg="mod">
          <ac:chgData name="Maranda Harris" userId="41938d53422d570b" providerId="LiveId" clId="{F1024695-3E68-4489-86C7-151F37E04213}" dt="2026-02-25T16:21:54.706" v="1099" actId="20577"/>
          <ac:spMkLst>
            <pc:docMk/>
            <pc:sldMk cId="0" sldId="270"/>
            <ac:spMk id="161" creationId="{00000000-0000-0000-0000-000000000000}"/>
          </ac:spMkLst>
        </pc:spChg>
        <pc:spChg chg="mod">
          <ac:chgData name="Maranda Harris" userId="41938d53422d570b" providerId="LiveId" clId="{F1024695-3E68-4489-86C7-151F37E04213}" dt="2026-02-25T16:21:35.715" v="1032" actId="1076"/>
          <ac:spMkLst>
            <pc:docMk/>
            <pc:sldMk cId="0" sldId="270"/>
            <ac:spMk id="162" creationId="{00000000-0000-0000-0000-000000000000}"/>
          </ac:spMkLst>
        </pc:spChg>
      </pc:sldChg>
      <pc:sldChg chg="addSp modSp mod">
        <pc:chgData name="Maranda Harris" userId="41938d53422d570b" providerId="LiveId" clId="{F1024695-3E68-4489-86C7-151F37E04213}" dt="2026-02-25T16:22:24.360" v="1108" actId="404"/>
        <pc:sldMkLst>
          <pc:docMk/>
          <pc:sldMk cId="0" sldId="272"/>
        </pc:sldMkLst>
        <pc:spChg chg="mod">
          <ac:chgData name="Maranda Harris" userId="41938d53422d570b" providerId="LiveId" clId="{F1024695-3E68-4489-86C7-151F37E04213}" dt="2026-02-25T16:22:24.360" v="1108" actId="404"/>
          <ac:spMkLst>
            <pc:docMk/>
            <pc:sldMk cId="0" sldId="272"/>
            <ac:spMk id="166" creationId="{00000000-0000-0000-0000-000000000000}"/>
          </ac:spMkLst>
        </pc:spChg>
        <pc:picChg chg="add">
          <ac:chgData name="Maranda Harris" userId="41938d53422d570b" providerId="LiveId" clId="{F1024695-3E68-4489-86C7-151F37E04213}" dt="2026-02-24T23:01:48.926" v="95"/>
          <ac:picMkLst>
            <pc:docMk/>
            <pc:sldMk cId="0" sldId="272"/>
            <ac:picMk id="2" creationId="{3EB87441-EE73-933E-15FE-3059ACC1714C}"/>
          </ac:picMkLst>
        </pc:picChg>
      </pc:sldChg>
      <pc:sldChg chg="modSp mod">
        <pc:chgData name="Maranda Harris" userId="41938d53422d570b" providerId="LiveId" clId="{F1024695-3E68-4489-86C7-151F37E04213}" dt="2026-02-25T16:24:04.454" v="1135" actId="20577"/>
        <pc:sldMkLst>
          <pc:docMk/>
          <pc:sldMk cId="0" sldId="273"/>
        </pc:sldMkLst>
        <pc:spChg chg="mod">
          <ac:chgData name="Maranda Harris" userId="41938d53422d570b" providerId="LiveId" clId="{F1024695-3E68-4489-86C7-151F37E04213}" dt="2026-02-25T16:24:04.454" v="1135" actId="20577"/>
          <ac:spMkLst>
            <pc:docMk/>
            <pc:sldMk cId="0" sldId="273"/>
            <ac:spMk id="168" creationId="{00000000-0000-0000-0000-000000000000}"/>
          </ac:spMkLst>
        </pc:spChg>
      </pc:sldChg>
      <pc:sldChg chg="modSp add del mod setBg">
        <pc:chgData name="Maranda Harris" userId="41938d53422d570b" providerId="LiveId" clId="{F1024695-3E68-4489-86C7-151F37E04213}" dt="2026-02-25T14:21:36.805" v="383" actId="2696"/>
        <pc:sldMkLst>
          <pc:docMk/>
          <pc:sldMk cId="0" sldId="274"/>
        </pc:sldMkLst>
        <pc:spChg chg="mod">
          <ac:chgData name="Maranda Harris" userId="41938d53422d570b" providerId="LiveId" clId="{F1024695-3E68-4489-86C7-151F37E04213}" dt="2026-02-25T14:21:31.477" v="382" actId="20577"/>
          <ac:spMkLst>
            <pc:docMk/>
            <pc:sldMk cId="0" sldId="274"/>
            <ac:spMk id="3" creationId="{00000000-0000-0000-0000-000000000000}"/>
          </ac:spMkLst>
        </pc:spChg>
      </pc:sldChg>
      <pc:sldChg chg="add del">
        <pc:chgData name="Maranda Harris" userId="41938d53422d570b" providerId="LiveId" clId="{F1024695-3E68-4489-86C7-151F37E04213}" dt="2026-02-24T23:07:34.045" v="104" actId="2696"/>
        <pc:sldMkLst>
          <pc:docMk/>
          <pc:sldMk cId="0" sldId="275"/>
        </pc:sldMkLst>
      </pc:sldChg>
      <pc:sldChg chg="new del">
        <pc:chgData name="Maranda Harris" userId="41938d53422d570b" providerId="LiveId" clId="{F1024695-3E68-4489-86C7-151F37E04213}" dt="2026-02-24T23:15:53.985" v="106" actId="2696"/>
        <pc:sldMkLst>
          <pc:docMk/>
          <pc:sldMk cId="3359078926" sldId="275"/>
        </pc:sldMkLst>
      </pc:sldChg>
      <pc:sldMasterChg chg="del delSldLayout">
        <pc:chgData name="Maranda Harris" userId="41938d53422d570b" providerId="LiveId" clId="{F1024695-3E68-4489-86C7-151F37E04213}" dt="2026-02-25T14:21:36.805" v="383" actId="2696"/>
        <pc:sldMasterMkLst>
          <pc:docMk/>
          <pc:sldMasterMk cId="1627280691" sldId="2147483687"/>
        </pc:sldMasterMkLst>
        <pc:sldLayoutChg chg="del">
          <pc:chgData name="Maranda Harris" userId="41938d53422d570b" providerId="LiveId" clId="{F1024695-3E68-4489-86C7-151F37E04213}" dt="2026-02-25T14:21:36.805" v="383" actId="2696"/>
          <pc:sldLayoutMkLst>
            <pc:docMk/>
            <pc:sldMasterMk cId="1627280691" sldId="2147483687"/>
            <pc:sldLayoutMk cId="3616635201" sldId="2147483688"/>
          </pc:sldLayoutMkLst>
        </pc:sldLayoutChg>
        <pc:sldLayoutChg chg="del">
          <pc:chgData name="Maranda Harris" userId="41938d53422d570b" providerId="LiveId" clId="{F1024695-3E68-4489-86C7-151F37E04213}" dt="2026-02-25T14:21:36.805" v="383" actId="2696"/>
          <pc:sldLayoutMkLst>
            <pc:docMk/>
            <pc:sldMasterMk cId="1627280691" sldId="2147483687"/>
            <pc:sldLayoutMk cId="3345548092" sldId="2147483689"/>
          </pc:sldLayoutMkLst>
        </pc:sldLayoutChg>
        <pc:sldLayoutChg chg="del">
          <pc:chgData name="Maranda Harris" userId="41938d53422d570b" providerId="LiveId" clId="{F1024695-3E68-4489-86C7-151F37E04213}" dt="2026-02-25T14:21:36.805" v="383" actId="2696"/>
          <pc:sldLayoutMkLst>
            <pc:docMk/>
            <pc:sldMasterMk cId="1627280691" sldId="2147483687"/>
            <pc:sldLayoutMk cId="1729000889" sldId="2147483690"/>
          </pc:sldLayoutMkLst>
        </pc:sldLayoutChg>
        <pc:sldLayoutChg chg="del">
          <pc:chgData name="Maranda Harris" userId="41938d53422d570b" providerId="LiveId" clId="{F1024695-3E68-4489-86C7-151F37E04213}" dt="2026-02-25T14:21:36.805" v="383" actId="2696"/>
          <pc:sldLayoutMkLst>
            <pc:docMk/>
            <pc:sldMasterMk cId="1627280691" sldId="2147483687"/>
            <pc:sldLayoutMk cId="245192514" sldId="2147483691"/>
          </pc:sldLayoutMkLst>
        </pc:sldLayoutChg>
        <pc:sldLayoutChg chg="del">
          <pc:chgData name="Maranda Harris" userId="41938d53422d570b" providerId="LiveId" clId="{F1024695-3E68-4489-86C7-151F37E04213}" dt="2026-02-25T14:21:36.805" v="383" actId="2696"/>
          <pc:sldLayoutMkLst>
            <pc:docMk/>
            <pc:sldMasterMk cId="1627280691" sldId="2147483687"/>
            <pc:sldLayoutMk cId="2505279895" sldId="2147483692"/>
          </pc:sldLayoutMkLst>
        </pc:sldLayoutChg>
        <pc:sldLayoutChg chg="del">
          <pc:chgData name="Maranda Harris" userId="41938d53422d570b" providerId="LiveId" clId="{F1024695-3E68-4489-86C7-151F37E04213}" dt="2026-02-25T14:21:36.805" v="383" actId="2696"/>
          <pc:sldLayoutMkLst>
            <pc:docMk/>
            <pc:sldMasterMk cId="1627280691" sldId="2147483687"/>
            <pc:sldLayoutMk cId="1861307182" sldId="2147483693"/>
          </pc:sldLayoutMkLst>
        </pc:sldLayoutChg>
        <pc:sldLayoutChg chg="del">
          <pc:chgData name="Maranda Harris" userId="41938d53422d570b" providerId="LiveId" clId="{F1024695-3E68-4489-86C7-151F37E04213}" dt="2026-02-25T14:21:36.805" v="383" actId="2696"/>
          <pc:sldLayoutMkLst>
            <pc:docMk/>
            <pc:sldMasterMk cId="1627280691" sldId="2147483687"/>
            <pc:sldLayoutMk cId="2901288471" sldId="2147483694"/>
          </pc:sldLayoutMkLst>
        </pc:sldLayoutChg>
        <pc:sldLayoutChg chg="del">
          <pc:chgData name="Maranda Harris" userId="41938d53422d570b" providerId="LiveId" clId="{F1024695-3E68-4489-86C7-151F37E04213}" dt="2026-02-25T14:21:36.805" v="383" actId="2696"/>
          <pc:sldLayoutMkLst>
            <pc:docMk/>
            <pc:sldMasterMk cId="1627280691" sldId="2147483687"/>
            <pc:sldLayoutMk cId="1831275884" sldId="2147483695"/>
          </pc:sldLayoutMkLst>
        </pc:sldLayoutChg>
        <pc:sldLayoutChg chg="del">
          <pc:chgData name="Maranda Harris" userId="41938d53422d570b" providerId="LiveId" clId="{F1024695-3E68-4489-86C7-151F37E04213}" dt="2026-02-25T14:21:36.805" v="383" actId="2696"/>
          <pc:sldLayoutMkLst>
            <pc:docMk/>
            <pc:sldMasterMk cId="1627280691" sldId="2147483687"/>
            <pc:sldLayoutMk cId="4209160334" sldId="2147483696"/>
          </pc:sldLayoutMkLst>
        </pc:sldLayoutChg>
        <pc:sldLayoutChg chg="del">
          <pc:chgData name="Maranda Harris" userId="41938d53422d570b" providerId="LiveId" clId="{F1024695-3E68-4489-86C7-151F37E04213}" dt="2026-02-25T14:21:36.805" v="383" actId="2696"/>
          <pc:sldLayoutMkLst>
            <pc:docMk/>
            <pc:sldMasterMk cId="1627280691" sldId="2147483687"/>
            <pc:sldLayoutMk cId="3629678642" sldId="2147483697"/>
          </pc:sldLayoutMkLst>
        </pc:sldLayoutChg>
        <pc:sldLayoutChg chg="del">
          <pc:chgData name="Maranda Harris" userId="41938d53422d570b" providerId="LiveId" clId="{F1024695-3E68-4489-86C7-151F37E04213}" dt="2026-02-25T14:21:36.805" v="383" actId="2696"/>
          <pc:sldLayoutMkLst>
            <pc:docMk/>
            <pc:sldMasterMk cId="1627280691" sldId="2147483687"/>
            <pc:sldLayoutMk cId="1623797062" sldId="2147483698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4DAA59B-1C23-42C4-874B-5CE5DE4956AB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B66720C-3BA9-4608-8D44-289E808E8554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99486015-9D2B-44AC-BF66-94AD117862A0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26A5766C-3D23-4F39-93C6-46091F0D1E84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2035FBAB-98C2-41E3-B5F4-57776A992531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90D93ED3-036D-44F9-A0C2-2F3798677F5A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5A2E1DC-57A7-4C88-AA74-24BB4C5B095A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CAD0A79-2130-4EC1-8E33-DE625B3FFCA9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0458520-5933-4D4D-97D6-0CC56FF405B9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9C5EC7FF-64E3-4D24-B342-63964B58813C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288C4E24-6CF5-4A52-A4D7-F9BB5781B8C8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2290C5E-69A5-4695-AF6B-5E5926A3A1B2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4777C59-391A-4406-B3E7-3DBC1D1A4235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8E25C77-F656-4B6B-9B05-65741251FAE8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7FAC599-1B13-43A5-B124-B51BF562C3D1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2E7BBAA-2129-4301-AE1F-B2AF4ADA9921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2468D01-EDF5-4B32-8372-2F837D23ABB4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67CD128-EB02-4BF1-AB80-C6BA64CA6EB5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A74A4B0-B872-465D-AC42-B91E22F40413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4926386-5C8B-484E-BAF7-F8600186CEAF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75B8291-DA79-4EE8-984B-B5415874D474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4AE6250-5A57-4ADD-9BDC-9B9F0ACF6A6B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2B93A6B-2826-4B92-B564-0F9BC77BC3E1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64A6B9B2-6F28-40A4-B80F-3F70A89C1FD6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8136E623-9B6C-4435-B964-CB0D628F95C6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8287E051-DF7D-421F-B217-19112E279DBA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BAB44F72-A58F-4780-B96A-C632A84BE642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94F506F7-4629-4E2E-980B-2393DA5A2C5B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C63B47DE-2529-49A8-9F22-7A8FFC4E9A34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1BD5A42C-EA39-453F-8D08-42D606B0C08F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7D2BDE8D-B74E-4BAA-9D56-8AC65283CB73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919F5B60-685D-44E1-8B32-D43CD9A189BA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8BF75A27-8EFF-45FB-A866-BFD3FBBB7480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23B5EDE3-2F30-4671-80C9-B174EEA75230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6AB1E3BE-2953-4138-BEEF-2AA3620B0E00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37E37467-86ED-4653-ADD2-20030FA4EE3C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9C19566-C686-4D92-9ED9-03FB466B943C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Second level</a:t>
            </a: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Third level</a:t>
            </a: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Fourth level</a:t>
            </a: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level</a:t>
            </a: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6A9B6F6-75C2-4A13-BC48-46817B8C41BF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83" name="PlaceHolder 2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85" name="PlaceHolder 4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FAE74EA-E795-43BD-BD6E-AACEABCEE8CC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ompliledger.com/" TargetMode="External"/><Relationship Id="rId2" Type="http://schemas.openxmlformats.org/officeDocument/2006/relationships/hyperlink" Target="mailto:maranda@compliledger.com" TargetMode="Externa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9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000" b="0" strike="noStrike" spc="-1" dirty="0">
                <a:solidFill>
                  <a:srgbClr val="00D296"/>
                </a:solidFill>
                <a:latin typeface="Calibri"/>
              </a:rPr>
              <a:t>Proof-Based Settlement Enforcement for Tokenized </a:t>
            </a:r>
            <a:r>
              <a:rPr lang="en-US" sz="4000" spc="-1" dirty="0">
                <a:solidFill>
                  <a:srgbClr val="00D296"/>
                </a:solidFill>
                <a:latin typeface="Calibri"/>
              </a:rPr>
              <a:t>Markets</a:t>
            </a:r>
            <a:endParaRPr lang="en-US" sz="4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subTitle"/>
          </p:nvPr>
        </p:nvSpPr>
        <p:spPr>
          <a:xfrm>
            <a:off x="1022554" y="3512574"/>
            <a:ext cx="6847808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EBFFF5"/>
                </a:solidFill>
                <a:latin typeface="Calibri"/>
              </a:rPr>
              <a:t>Final Presentation – DTCC Hackathon</a:t>
            </a:r>
            <a:endParaRPr lang="en-US" sz="20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8B8B8B"/>
                </a:solidFill>
                <a:latin typeface="Calibri"/>
              </a:rPr>
              <a:t>Maranda Harris – Founder, CompliLedger</a:t>
            </a:r>
            <a:endParaRPr lang="en-US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9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3400" b="1" strike="noStrike" spc="-1">
                <a:solidFill>
                  <a:srgbClr val="00D296"/>
                </a:solidFill>
                <a:latin typeface="Calibri"/>
              </a:rPr>
              <a:t>Team</a:t>
            </a:r>
            <a:endParaRPr lang="en-US" sz="3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  <a:spcBef>
                <a:spcPts val="641"/>
              </a:spcBef>
              <a:buNone/>
            </a:pP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EBFFF5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EBFFF5"/>
                </a:solidFill>
                <a:latin typeface="Calibri"/>
              </a:rPr>
              <a:t>Team Name: CompliLedger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EBFFF5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EBFFF5"/>
                </a:solidFill>
                <a:latin typeface="Calibri"/>
              </a:rPr>
              <a:t>Team Members: Maranda Harris &amp; Satyam Singhal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EBFFF5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EBFFF5"/>
                </a:solidFill>
                <a:latin typeface="Calibri"/>
              </a:rPr>
              <a:t>Track: Regulatory Compliance &amp; Governance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EBFFF5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EBFFF5"/>
                </a:solidFill>
                <a:latin typeface="Calibri"/>
              </a:rPr>
              <a:t>Project Title: Proof-Based Settlement Enforcement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9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457380" y="145140"/>
            <a:ext cx="8229240" cy="14109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3400" b="1" strike="noStrike" spc="-1" dirty="0">
                <a:solidFill>
                  <a:srgbClr val="00D296"/>
                </a:solidFill>
                <a:latin typeface="Calibri"/>
              </a:rPr>
              <a:t>Problem</a:t>
            </a:r>
            <a:br>
              <a:rPr lang="en-US" sz="3400" b="1" strike="noStrike" spc="-1" dirty="0">
                <a:solidFill>
                  <a:srgbClr val="00D296"/>
                </a:solidFill>
                <a:latin typeface="Calibri"/>
              </a:rPr>
            </a:br>
            <a:r>
              <a:rPr lang="en-US" sz="3400" b="1" strike="noStrike" spc="-1" dirty="0">
                <a:solidFill>
                  <a:srgbClr val="00D296"/>
                </a:solidFill>
                <a:latin typeface="Calibri"/>
              </a:rPr>
              <a:t>Compliance Lags Behind Settlement</a:t>
            </a:r>
            <a:endParaRPr lang="en-US" sz="3400" b="1" spc="-1" dirty="0">
              <a:solidFill>
                <a:srgbClr val="00D296"/>
              </a:solidFill>
              <a:latin typeface="Calibri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296779" y="1746183"/>
            <a:ext cx="3713747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1. Compliance Happens After Finality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Tokenized assets settle instantly.</a:t>
            </a:r>
          </a:p>
          <a:p>
            <a:r>
              <a:rPr lang="en-US" sz="2000" dirty="0">
                <a:solidFill>
                  <a:schemeClr val="bg1"/>
                </a:solidFill>
              </a:rPr>
              <a:t>Compliance is validated post-trade.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2. Evidence Is Trust-Based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Audit reports and legal memos</a:t>
            </a:r>
          </a:p>
          <a:p>
            <a:r>
              <a:rPr lang="en-US" sz="2000" dirty="0">
                <a:solidFill>
                  <a:schemeClr val="bg1"/>
                </a:solidFill>
              </a:rPr>
              <a:t>are not machine-verifiable proof.</a:t>
            </a:r>
            <a:br>
              <a:rPr lang="en-US" sz="2000" dirty="0">
                <a:solidFill>
                  <a:schemeClr val="bg1"/>
                </a:solidFill>
              </a:rPr>
            </a:b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" name="PlaceHolder 2">
            <a:extLst>
              <a:ext uri="{FF2B5EF4-FFF2-40B4-BE49-F238E27FC236}">
                <a16:creationId xmlns:a16="http://schemas.microsoft.com/office/drawing/2014/main" id="{96021A52-7E24-4692-27CB-AD6E3431984D}"/>
              </a:ext>
            </a:extLst>
          </p:cNvPr>
          <p:cNvSpPr txBox="1">
            <a:spLocks/>
          </p:cNvSpPr>
          <p:nvPr/>
        </p:nvSpPr>
        <p:spPr>
          <a:xfrm>
            <a:off x="4299284" y="1746183"/>
            <a:ext cx="4547937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bg1"/>
                </a:solidFill>
              </a:rPr>
              <a:t>3. Reserve &amp; Custody Checks Are Periodic</a:t>
            </a:r>
            <a:br>
              <a:rPr lang="en-US" sz="2000" dirty="0">
                <a:solidFill>
                  <a:schemeClr val="bg1"/>
                </a:solidFill>
              </a:rPr>
            </a:b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Monthly attestations do not enforce</a:t>
            </a:r>
          </a:p>
          <a:p>
            <a:r>
              <a:rPr lang="en-US" sz="2000" dirty="0">
                <a:solidFill>
                  <a:schemeClr val="bg1"/>
                </a:solidFill>
              </a:rPr>
              <a:t>No transaction-level enforcement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4. No Deterministic Pre-Settlement Gate</a:t>
            </a:r>
            <a:br>
              <a:rPr lang="en-US" sz="2000" dirty="0">
                <a:solidFill>
                  <a:schemeClr val="bg1"/>
                </a:solidFill>
              </a:rPr>
            </a:b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Clearing systems finalize transactions</a:t>
            </a:r>
          </a:p>
          <a:p>
            <a:r>
              <a:rPr lang="en-US" sz="2000" dirty="0">
                <a:solidFill>
                  <a:schemeClr val="bg1"/>
                </a:solidFill>
              </a:rPr>
              <a:t>Without programmable compliance logic.</a:t>
            </a:r>
          </a:p>
          <a:p>
            <a:pPr>
              <a:lnSpc>
                <a:spcPct val="100000"/>
              </a:lnSpc>
              <a:spcBef>
                <a:spcPts val="641"/>
              </a:spcBef>
              <a:buFont typeface="Arial" panose="020B0604020202020204" pitchFamily="34" charset="0"/>
              <a:buNone/>
            </a:pPr>
            <a:endParaRPr lang="en-US" sz="2000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9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400" b="1" strike="noStrike" spc="-1" dirty="0">
                <a:solidFill>
                  <a:srgbClr val="00D296"/>
                </a:solidFill>
                <a:latin typeface="Calibri"/>
              </a:rPr>
              <a:t>Solution </a:t>
            </a:r>
            <a:br>
              <a:rPr lang="en-US" sz="3400" b="1" strike="noStrike" spc="-1" dirty="0">
                <a:solidFill>
                  <a:srgbClr val="00D296"/>
                </a:solidFill>
                <a:latin typeface="Calibri"/>
              </a:rPr>
            </a:br>
            <a:r>
              <a:rPr lang="en-US" sz="3400" b="1" spc="-1" dirty="0">
                <a:solidFill>
                  <a:srgbClr val="00D296"/>
                </a:solidFill>
                <a:latin typeface="Calibri"/>
              </a:rPr>
              <a:t>Deterministic Pre-Finality Enforcement </a:t>
            </a: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457200" y="1905000"/>
            <a:ext cx="3649579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</a:pPr>
            <a:r>
              <a:rPr lang="en-US" sz="2000" b="1" i="0" dirty="0">
                <a:solidFill>
                  <a:schemeClr val="bg1"/>
                </a:solidFill>
                <a:effectLst/>
              </a:rPr>
              <a:t>1. Enforce Before Settlement Completes</a:t>
            </a:r>
            <a:endParaRPr lang="en-US" sz="2000" b="0" i="0" dirty="0">
              <a:solidFill>
                <a:schemeClr val="bg1"/>
              </a:solidFill>
              <a:effectLst/>
            </a:endParaRPr>
          </a:p>
          <a:p>
            <a:pPr algn="l">
              <a:buNone/>
            </a:pPr>
            <a:r>
              <a:rPr lang="en-US" sz="2000" b="0" i="0" dirty="0">
                <a:solidFill>
                  <a:schemeClr val="bg1"/>
                </a:solidFill>
                <a:effectLst/>
              </a:rPr>
              <a:t>Every settlement intent runs through a canonical proof chain.</a:t>
            </a:r>
            <a:endParaRPr lang="en-US" sz="2000" dirty="0">
              <a:solidFill>
                <a:schemeClr val="bg1"/>
              </a:solidFill>
            </a:endParaRPr>
          </a:p>
          <a:p>
            <a:pPr algn="l">
              <a:buNone/>
            </a:pPr>
            <a:r>
              <a:rPr lang="en-US" sz="2000" b="1" i="0" dirty="0">
                <a:solidFill>
                  <a:schemeClr val="bg1"/>
                </a:solidFill>
                <a:effectLst/>
              </a:rPr>
              <a:t>2. Replace Trust Based Evidence</a:t>
            </a:r>
            <a:endParaRPr lang="en-US" sz="2000" b="0" i="0" dirty="0">
              <a:solidFill>
                <a:schemeClr val="bg1"/>
              </a:solidFill>
              <a:effectLst/>
            </a:endParaRPr>
          </a:p>
          <a:p>
            <a:pPr algn="l">
              <a:buNone/>
            </a:pPr>
            <a:r>
              <a:rPr lang="en-US" sz="2000" b="0" i="0" dirty="0">
                <a:solidFill>
                  <a:schemeClr val="bg1"/>
                </a:solidFill>
                <a:effectLst/>
              </a:rPr>
              <a:t>Each validation step produces a hash.</a:t>
            </a:r>
          </a:p>
          <a:p>
            <a:pPr algn="l">
              <a:buNone/>
            </a:pPr>
            <a:r>
              <a:rPr lang="en-US" sz="2000" b="0" i="0" dirty="0">
                <a:solidFill>
                  <a:schemeClr val="bg1"/>
                </a:solidFill>
                <a:effectLst/>
              </a:rPr>
              <a:t>A signed attestation bundle is generated.</a:t>
            </a:r>
          </a:p>
        </p:txBody>
      </p:sp>
      <p:sp>
        <p:nvSpPr>
          <p:cNvPr id="2" name="PlaceHolder 2">
            <a:extLst>
              <a:ext uri="{FF2B5EF4-FFF2-40B4-BE49-F238E27FC236}">
                <a16:creationId xmlns:a16="http://schemas.microsoft.com/office/drawing/2014/main" id="{2BD348D2-270B-2143-07F6-40A5EE983307}"/>
              </a:ext>
            </a:extLst>
          </p:cNvPr>
          <p:cNvSpPr txBox="1">
            <a:spLocks/>
          </p:cNvSpPr>
          <p:nvPr/>
        </p:nvSpPr>
        <p:spPr>
          <a:xfrm>
            <a:off x="4748463" y="1905000"/>
            <a:ext cx="3649579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bg1"/>
                </a:solidFill>
              </a:rPr>
              <a:t>3. Validate Reserves &amp; Custody in Real Time</a:t>
            </a:r>
            <a:endParaRPr lang="en-US" sz="20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bg1"/>
                </a:solidFill>
              </a:rPr>
              <a:t>Backing and custody conditions are enforced per transaction.</a:t>
            </a:r>
          </a:p>
          <a:p>
            <a:pPr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bg1"/>
                </a:solidFill>
              </a:rPr>
              <a:t>4. Insert a Programmable Settlement Gate</a:t>
            </a:r>
            <a:endParaRPr lang="en-US" sz="20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bg1"/>
                </a:solidFill>
              </a:rPr>
              <a:t>ALLOW or DENY is derived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bg1"/>
                </a:solidFill>
              </a:rPr>
              <a:t>from deterministic rule logic.</a:t>
            </a:r>
          </a:p>
          <a:p>
            <a:pPr>
              <a:lnSpc>
                <a:spcPct val="100000"/>
              </a:lnSpc>
              <a:spcBef>
                <a:spcPts val="641"/>
              </a:spcBef>
              <a:buFont typeface="Arial" panose="020B0604020202020204" pitchFamily="34" charset="0"/>
              <a:buNone/>
            </a:pPr>
            <a:endParaRPr lang="en-US" sz="2000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9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strike="noStrike" spc="-1" dirty="0">
                <a:solidFill>
                  <a:srgbClr val="00D296"/>
                </a:solidFill>
                <a:latin typeface="+mn-lt"/>
              </a:rPr>
              <a:t> </a:t>
            </a:r>
            <a:r>
              <a:rPr lang="en-US" sz="4000" b="1" strike="noStrike" spc="-1" dirty="0" err="1">
                <a:solidFill>
                  <a:srgbClr val="00D296"/>
                </a:solidFill>
                <a:latin typeface="+mn-lt"/>
              </a:rPr>
              <a:t>SettlementGuard</a:t>
            </a:r>
            <a:br>
              <a:rPr lang="en-US" sz="4000" b="1" strike="noStrike" spc="-1" dirty="0">
                <a:solidFill>
                  <a:srgbClr val="00D296"/>
                </a:solidFill>
                <a:latin typeface="+mn-lt"/>
              </a:rPr>
            </a:br>
            <a:r>
              <a:rPr kumimoji="0" lang="en-US" sz="2800" b="1" i="0" u="none" strike="noStrike" kern="1200" cap="none" spc="-1" normalizeH="0" baseline="0" noProof="0" dirty="0">
                <a:ln>
                  <a:noFill/>
                </a:ln>
                <a:solidFill>
                  <a:srgbClr val="00D296"/>
                </a:solidFill>
                <a:effectLst/>
                <a:uLnTx/>
                <a:uFillTx/>
                <a:latin typeface="Calibri"/>
              </a:rPr>
              <a:t>Deterministic Pre-Finality Enforcement Infrastructure </a:t>
            </a:r>
            <a:br>
              <a:rPr lang="en-US" sz="2000" b="1" spc="-1" dirty="0">
                <a:solidFill>
                  <a:srgbClr val="00D296"/>
                </a:solidFill>
                <a:latin typeface="+mn-lt"/>
              </a:rPr>
            </a:br>
            <a:endParaRPr lang="en-US" sz="2000" b="1" spc="-1" dirty="0">
              <a:solidFill>
                <a:srgbClr val="00D296"/>
              </a:solidFill>
              <a:latin typeface="+mn-lt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184484" y="1417320"/>
            <a:ext cx="411480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</a:pPr>
            <a:r>
              <a:rPr lang="en-US" sz="2400" b="1" i="0" dirty="0">
                <a:solidFill>
                  <a:schemeClr val="bg1"/>
                </a:solidFill>
                <a:effectLst/>
              </a:rPr>
              <a:t>Canonical Proof Chain Engine</a:t>
            </a:r>
            <a:endParaRPr lang="en-US" sz="2400" b="0" i="0" dirty="0">
              <a:solidFill>
                <a:schemeClr val="bg1"/>
              </a:solidFill>
              <a:effectLst/>
            </a:endParaRPr>
          </a:p>
          <a:p>
            <a:r>
              <a:rPr lang="en-US" sz="2400" b="0" i="0" dirty="0">
                <a:solidFill>
                  <a:schemeClr val="bg1"/>
                </a:solidFill>
                <a:effectLst/>
              </a:rPr>
              <a:t>Issuer → Classification → Custody → Reserve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Deterministic validation sequence per settlement</a:t>
            </a:r>
          </a:p>
          <a:p>
            <a:pPr algn="l">
              <a:buNone/>
            </a:pPr>
            <a:r>
              <a:rPr lang="en-US" sz="2400" b="1" i="0" dirty="0">
                <a:solidFill>
                  <a:schemeClr val="bg1"/>
                </a:solidFill>
                <a:effectLst/>
              </a:rPr>
              <a:t>Cryptographic Attestation Bundle</a:t>
            </a:r>
            <a:endParaRPr lang="en-US" sz="2400" b="0" i="0" dirty="0">
              <a:solidFill>
                <a:schemeClr val="bg1"/>
              </a:solidFill>
              <a:effectLst/>
            </a:endParaRPr>
          </a:p>
          <a:p>
            <a:r>
              <a:rPr lang="en-US" sz="2400" b="0" i="0" dirty="0" err="1">
                <a:solidFill>
                  <a:schemeClr val="bg1"/>
                </a:solidFill>
                <a:effectLst/>
              </a:rPr>
              <a:t>bundle_root_hash</a:t>
            </a:r>
            <a:endParaRPr lang="en-US" sz="2400" b="0" i="0" dirty="0">
              <a:solidFill>
                <a:schemeClr val="bg1"/>
              </a:solidFill>
              <a:effectLst/>
            </a:endParaRPr>
          </a:p>
          <a:p>
            <a:r>
              <a:rPr lang="en-US" sz="2400" b="0" i="0" dirty="0" err="1">
                <a:solidFill>
                  <a:schemeClr val="bg1"/>
                </a:solidFill>
                <a:effectLst/>
              </a:rPr>
              <a:t>decision_hash</a:t>
            </a:r>
            <a:endParaRPr lang="en-US" sz="2400" b="0" i="0" dirty="0">
              <a:solidFill>
                <a:schemeClr val="bg1"/>
              </a:solidFill>
              <a:effectLst/>
            </a:endParaRPr>
          </a:p>
          <a:p>
            <a:r>
              <a:rPr lang="en-US" sz="2400" b="0" i="0" dirty="0">
                <a:solidFill>
                  <a:schemeClr val="bg1"/>
                </a:solidFill>
                <a:effectLst/>
              </a:rPr>
              <a:t>Ed25519 signature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Tamper-detectable settlement proof.</a:t>
            </a:r>
            <a:endParaRPr lang="en-US" sz="2400" b="0" i="0" dirty="0">
              <a:solidFill>
                <a:schemeClr val="bg1"/>
              </a:solidFill>
              <a:effectLst/>
            </a:endParaRPr>
          </a:p>
          <a:p>
            <a:pPr>
              <a:buNone/>
            </a:pPr>
            <a:br>
              <a:rPr lang="en-US" sz="2400" dirty="0">
                <a:solidFill>
                  <a:schemeClr val="bg1"/>
                </a:solidFill>
              </a:rPr>
            </a:b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Clr>
                <a:srgbClr val="EBFFF5"/>
              </a:buClr>
              <a:buNone/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PlaceHolder 2">
            <a:extLst>
              <a:ext uri="{FF2B5EF4-FFF2-40B4-BE49-F238E27FC236}">
                <a16:creationId xmlns:a16="http://schemas.microsoft.com/office/drawing/2014/main" id="{055BFAA6-3468-F327-5852-BDB3DBED9231}"/>
              </a:ext>
            </a:extLst>
          </p:cNvPr>
          <p:cNvSpPr txBox="1">
            <a:spLocks/>
          </p:cNvSpPr>
          <p:nvPr/>
        </p:nvSpPr>
        <p:spPr>
          <a:xfrm>
            <a:off x="4571820" y="1417320"/>
            <a:ext cx="411462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sz="2400" b="1" dirty="0">
                <a:solidFill>
                  <a:schemeClr val="bg1"/>
                </a:solidFill>
              </a:rPr>
              <a:t>Canton On-Chain Anchoring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Append-only commitment</a:t>
            </a:r>
          </a:p>
          <a:p>
            <a:r>
              <a:rPr lang="en-US" sz="2400" dirty="0">
                <a:solidFill>
                  <a:schemeClr val="bg1"/>
                </a:solidFill>
              </a:rPr>
              <a:t>Independent verification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Portable, regulator-verifiable evidence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sz="2400" b="1" dirty="0">
                <a:solidFill>
                  <a:schemeClr val="bg1"/>
                </a:solidFill>
              </a:rPr>
              <a:t>AI Explanation Layer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Natural-language reasoning</a:t>
            </a:r>
          </a:p>
          <a:p>
            <a:r>
              <a:rPr lang="en-US" sz="2400" dirty="0">
                <a:solidFill>
                  <a:schemeClr val="bg1"/>
                </a:solidFill>
              </a:rPr>
              <a:t>Deterministic decision transparency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AI explains decisions-it does not determine them.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Clr>
                <a:srgbClr val="EBFFF5"/>
              </a:buClr>
              <a:buFont typeface="Arial" panose="020B0604020202020204" pitchFamily="34" charset="0"/>
              <a:buNone/>
            </a:pPr>
            <a:endParaRPr lang="en-US" sz="2000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9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3400" b="1" strike="noStrike" spc="-1">
                <a:solidFill>
                  <a:srgbClr val="00D296"/>
                </a:solidFill>
                <a:latin typeface="Calibri"/>
              </a:rPr>
              <a:t>Industry Impact &amp; Regulation-Driven Path</a:t>
            </a:r>
            <a:endParaRPr lang="en-US" sz="3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Deploy adjacent to stablecoin and tokenized fund infrastructure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• Integrate via settlement APIs and issuer data feeds</a:t>
            </a:r>
            <a:br>
              <a:rPr lang="en-US" sz="2000" dirty="0">
                <a:solidFill>
                  <a:schemeClr val="bg1"/>
                </a:solidFill>
              </a:rPr>
            </a:br>
            <a:endParaRPr lang="en-US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Regulation-Driven (GENIUS / CLARITY)</a:t>
            </a:r>
            <a:endParaRPr lang="en-US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• Enforce transaction-level reserve and custody validation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• Replace periodic attestations with real-time proof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• Provide portable, regulator-verifiable settlement evidence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• Scale via stateless enforcement nodes</a:t>
            </a: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9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3400" b="1" strike="noStrike" spc="-1">
                <a:solidFill>
                  <a:srgbClr val="00D296"/>
                </a:solidFill>
                <a:latin typeface="Calibri"/>
              </a:rPr>
              <a:t>Industry Collaboration</a:t>
            </a:r>
            <a:endParaRPr lang="en-US" sz="3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983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• Stablecoin issuers — real-time reserve &amp; disclosure feeds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• Tokenized money-market platforms — eligibility &amp; compliance rules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• Custodians — custody condition attestations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• Clearinghouses — deterministic ALLOW/DENY before finality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• Auditors &amp; Regulators — independent verification API + anchor validation</a:t>
            </a:r>
          </a:p>
          <a:p>
            <a:pPr marL="0" indent="0" algn="ctr">
              <a:buNone/>
            </a:pPr>
            <a:endParaRPr lang="en-US" sz="2400" b="0" i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2400" b="1" i="1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Designed to integrate — not replace — settlement infrastructure.</a:t>
            </a:r>
            <a:endParaRPr lang="en-US" sz="2400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641"/>
              </a:spcBef>
              <a:buNone/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9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3400" b="1" strike="noStrike" spc="-1" dirty="0">
                <a:solidFill>
                  <a:srgbClr val="00D296"/>
                </a:solidFill>
                <a:latin typeface="Calibri"/>
              </a:rPr>
              <a:t>Challenges, Limitations &amp; Future Work</a:t>
            </a:r>
            <a:endParaRPr lang="en-US" sz="34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• Standardizing cross-issuer attestation schemas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• Production-grade integration with reserve &amp; custody feeds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• Governance framework for expanding proof checks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• Future: Portfolio-level proof bundles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• Future: Expanded asset coverage (repos, MMFs, structured products)</a:t>
            </a:r>
          </a:p>
          <a:p>
            <a:pPr>
              <a:lnSpc>
                <a:spcPct val="100000"/>
              </a:lnSpc>
              <a:spcBef>
                <a:spcPts val="641"/>
              </a:spcBef>
              <a:buNone/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9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3400" b="1" strike="noStrike" spc="-1" dirty="0">
                <a:solidFill>
                  <a:srgbClr val="00D296"/>
                </a:solidFill>
                <a:latin typeface="Calibri"/>
              </a:rPr>
              <a:t>Technical Implementation – Tech Stack</a:t>
            </a:r>
            <a:endParaRPr lang="en-US" sz="34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457200" y="141732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• Backend: Python (</a:t>
            </a:r>
            <a:r>
              <a:rPr lang="en-US" sz="2000" dirty="0" err="1">
                <a:solidFill>
                  <a:schemeClr val="bg1"/>
                </a:solidFill>
              </a:rPr>
              <a:t>FastAPI</a:t>
            </a:r>
            <a:r>
              <a:rPr lang="en-US" sz="2000" dirty="0">
                <a:solidFill>
                  <a:schemeClr val="bg1"/>
                </a:solidFill>
              </a:rPr>
              <a:t>) — Canonical Proof Chain engine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• Database: PostgreSQL — rule sets &amp; configuration state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• Cryptography: SHA-256 hashing + Ed25519 signatures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• Blockchain: Canton — append-only proof anchoring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• Integration: REST / </a:t>
            </a:r>
            <a:r>
              <a:rPr lang="en-US" sz="2000" dirty="0" err="1">
                <a:solidFill>
                  <a:schemeClr val="bg1"/>
                </a:solidFill>
              </a:rPr>
              <a:t>gRPC</a:t>
            </a:r>
            <a:r>
              <a:rPr lang="en-US" sz="2000" dirty="0">
                <a:solidFill>
                  <a:schemeClr val="bg1"/>
                </a:solidFill>
              </a:rPr>
              <a:t> APIs for settlement intents &amp; verification</a:t>
            </a:r>
            <a:br>
              <a:rPr lang="en-US" sz="1200" dirty="0">
                <a:solidFill>
                  <a:schemeClr val="bg1"/>
                </a:solidFill>
              </a:rPr>
            </a:br>
            <a:endParaRPr lang="en-US" sz="12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2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2400" b="1" i="1" dirty="0">
                <a:solidFill>
                  <a:schemeClr val="bg1"/>
                </a:solidFill>
              </a:rPr>
              <a:t>Deterministic enforcement logic isolated from explanation layer.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Clr>
                <a:srgbClr val="EBFFF5"/>
              </a:buClr>
              <a:buNone/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3600" b="1" strike="noStrike" spc="-1">
                <a:solidFill>
                  <a:srgbClr val="00D296"/>
                </a:solidFill>
                <a:latin typeface="Calibri"/>
              </a:rPr>
              <a:t>Canonical Proof Chain</a:t>
            </a:r>
            <a:endParaRPr lang="en-US" sz="36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42" name="Picture 2" descr="a_flowchart_style_digital_illustration_depicts_the.png"/>
          <p:cNvPicPr/>
          <p:nvPr/>
        </p:nvPicPr>
        <p:blipFill>
          <a:blip r:embed="rId2"/>
          <a:stretch/>
        </p:blipFill>
        <p:spPr>
          <a:xfrm>
            <a:off x="457200" y="1090201"/>
            <a:ext cx="8229239" cy="4955457"/>
          </a:xfrm>
          <a:prstGeom prst="rect">
            <a:avLst/>
          </a:prstGeom>
          <a:ln w="0"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DB1757B-D910-BD52-734B-B403C8EAAA30}"/>
              </a:ext>
            </a:extLst>
          </p:cNvPr>
          <p:cNvSpPr txBox="1"/>
          <p:nvPr/>
        </p:nvSpPr>
        <p:spPr>
          <a:xfrm>
            <a:off x="2456688" y="6211669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Designed to integrate — not replace — settlement infrastructure.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9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3200" b="1" strike="noStrike" spc="-1">
                <a:solidFill>
                  <a:srgbClr val="00D296"/>
                </a:solidFill>
                <a:latin typeface="Calibri"/>
              </a:rPr>
              <a:t>Architecture – Deterministic Enforcement Flow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4" name="Rounded Rectangle 5"/>
          <p:cNvSpPr/>
          <p:nvPr/>
        </p:nvSpPr>
        <p:spPr>
          <a:xfrm>
            <a:off x="457200" y="2286000"/>
            <a:ext cx="2285640" cy="1371240"/>
          </a:xfrm>
          <a:prstGeom prst="roundRect">
            <a:avLst>
              <a:gd name="adj" fmla="val 16667"/>
            </a:avLst>
          </a:prstGeom>
          <a:solidFill>
            <a:srgbClr val="00785F"/>
          </a:solidFill>
          <a:ln>
            <a:solidFill>
              <a:srgbClr val="4A7EB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EBFFF5"/>
                </a:solidFill>
                <a:latin typeface="Calibri"/>
              </a:rPr>
              <a:t>Settlement Venue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</a:rPr>
              <a:t>(Canton-Based Rail)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45" name="Rounded Rectangle 9"/>
          <p:cNvSpPr/>
          <p:nvPr/>
        </p:nvSpPr>
        <p:spPr>
          <a:xfrm>
            <a:off x="3200400" y="1417320"/>
            <a:ext cx="2742840" cy="2697120"/>
          </a:xfrm>
          <a:prstGeom prst="roundRect">
            <a:avLst>
              <a:gd name="adj" fmla="val 16667"/>
            </a:avLst>
          </a:prstGeom>
          <a:solidFill>
            <a:srgbClr val="00D296"/>
          </a:solidFill>
          <a:ln>
            <a:solidFill>
              <a:srgbClr val="4A7EB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0" strike="noStrike" spc="-1" dirty="0" err="1">
                <a:solidFill>
                  <a:srgbClr val="031916"/>
                </a:solidFill>
              </a:rPr>
              <a:t>SettlementGuard</a:t>
            </a:r>
            <a:endParaRPr lang="en-US" sz="2000" b="0" strike="noStrike" spc="-1" dirty="0"/>
          </a:p>
          <a:p>
            <a:pPr>
              <a:lnSpc>
                <a:spcPct val="100000"/>
              </a:lnSpc>
              <a:buNone/>
            </a:pP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FFFFFF"/>
                </a:solidFill>
                <a:latin typeface="Calibri"/>
              </a:rPr>
              <a:t>Canonical Proof Chain</a:t>
            </a: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FFFFFF"/>
                </a:solidFill>
                <a:latin typeface="Calibri"/>
              </a:rPr>
              <a:t>1. Issuer</a:t>
            </a: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FFFFFF"/>
                </a:solidFill>
                <a:latin typeface="Calibri"/>
              </a:rPr>
              <a:t>2. Classification</a:t>
            </a: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FFFFFF"/>
                </a:solidFill>
                <a:latin typeface="Calibri"/>
              </a:rPr>
              <a:t>3. Custody</a:t>
            </a: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FFFFFF"/>
                </a:solidFill>
                <a:latin typeface="Calibri"/>
              </a:rPr>
              <a:t>4. Reserve</a:t>
            </a: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US" sz="18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Deterministic ALLOW / DENY Decision</a:t>
            </a:r>
            <a:endParaRPr lang="en-US" sz="1400" b="0" strike="noStrike" spc="-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146" name="Rounded Rectangle 10"/>
          <p:cNvSpPr/>
          <p:nvPr/>
        </p:nvSpPr>
        <p:spPr>
          <a:xfrm>
            <a:off x="6858000" y="2286000"/>
            <a:ext cx="2285640" cy="1371240"/>
          </a:xfrm>
          <a:prstGeom prst="roundRect">
            <a:avLst>
              <a:gd name="adj" fmla="val 16667"/>
            </a:avLst>
          </a:prstGeom>
          <a:solidFill>
            <a:srgbClr val="00785F"/>
          </a:solidFill>
          <a:ln>
            <a:solidFill>
              <a:srgbClr val="4A7EB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EBFFF5"/>
                </a:solidFill>
                <a:latin typeface="Calibri"/>
              </a:rPr>
              <a:t>Attestation +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</a:rPr>
              <a:t>On-Chain Anchor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</a:rPr>
              <a:t>(Hash Only)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47" name="Rounded Rectangle 11"/>
          <p:cNvSpPr/>
          <p:nvPr/>
        </p:nvSpPr>
        <p:spPr>
          <a:xfrm>
            <a:off x="3200400" y="4572000"/>
            <a:ext cx="2742840" cy="1096920"/>
          </a:xfrm>
          <a:prstGeom prst="roundRect">
            <a:avLst>
              <a:gd name="adj" fmla="val 16667"/>
            </a:avLst>
          </a:prstGeom>
          <a:solidFill>
            <a:srgbClr val="00785F"/>
          </a:solidFill>
          <a:ln>
            <a:solidFill>
              <a:srgbClr val="4A7EB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EBFFF5"/>
                </a:solidFill>
                <a:latin typeface="Calibri"/>
              </a:rPr>
              <a:t>Verification Clients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</a:rPr>
              <a:t>(Auditors / Regulators)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48" name="Connector 4"/>
          <p:cNvSpPr/>
          <p:nvPr/>
        </p:nvSpPr>
        <p:spPr>
          <a:xfrm>
            <a:off x="2743200" y="2926080"/>
            <a:ext cx="457200" cy="360"/>
          </a:xfrm>
          <a:prstGeom prst="line">
            <a:avLst/>
          </a:prstGeom>
          <a:ln>
            <a:solidFill>
              <a:srgbClr val="4F81BD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49" name="Connector 7"/>
          <p:cNvSpPr/>
          <p:nvPr/>
        </p:nvSpPr>
        <p:spPr>
          <a:xfrm>
            <a:off x="5943600" y="2926080"/>
            <a:ext cx="914400" cy="360"/>
          </a:xfrm>
          <a:prstGeom prst="line">
            <a:avLst/>
          </a:prstGeom>
          <a:ln>
            <a:solidFill>
              <a:srgbClr val="4F81BD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50" name="Connector 8"/>
          <p:cNvSpPr/>
          <p:nvPr/>
        </p:nvSpPr>
        <p:spPr>
          <a:xfrm>
            <a:off x="4572000" y="4114800"/>
            <a:ext cx="360" cy="457200"/>
          </a:xfrm>
          <a:prstGeom prst="line">
            <a:avLst/>
          </a:prstGeom>
          <a:ln>
            <a:solidFill>
              <a:srgbClr val="4F81BD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E94833-DBB8-F07D-E078-49ADE2F19ED3}"/>
              </a:ext>
            </a:extLst>
          </p:cNvPr>
          <p:cNvSpPr txBox="1"/>
          <p:nvPr/>
        </p:nvSpPr>
        <p:spPr>
          <a:xfrm>
            <a:off x="2645664" y="6135084"/>
            <a:ext cx="45018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No proof → No settlement.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9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3400" b="1" strike="noStrike" spc="-1">
                <a:solidFill>
                  <a:srgbClr val="00D296"/>
                </a:solidFill>
                <a:latin typeface="Calibri"/>
              </a:rPr>
              <a:t>Data Usage &amp; Responsible Design</a:t>
            </a:r>
            <a:endParaRPr lang="en-US" sz="3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2983992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  <a:spcBef>
                <a:spcPts val="641"/>
              </a:spcBef>
              <a:buNone/>
            </a:pPr>
            <a:r>
              <a:rPr lang="en-US" dirty="0">
                <a:solidFill>
                  <a:schemeClr val="bg1"/>
                </a:solidFill>
              </a:rPr>
              <a:t>• Ingest issuer reserve reports</a:t>
            </a:r>
          </a:p>
          <a:p>
            <a:pPr>
              <a:lnSpc>
                <a:spcPct val="100000"/>
              </a:lnSpc>
              <a:spcBef>
                <a:spcPts val="641"/>
              </a:spcBef>
              <a:buNone/>
            </a:pPr>
            <a:r>
              <a:rPr lang="en-US" dirty="0">
                <a:solidFill>
                  <a:schemeClr val="bg1"/>
                </a:solidFill>
              </a:rPr>
              <a:t>• Custodian position attestations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• Asset eligibility &amp; classification rules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• Only cryptographic hashes anchored on-chain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• Deterministic logic — inspectable &amp; </a:t>
            </a:r>
            <a:r>
              <a:rPr lang="en-US" dirty="0" err="1">
                <a:solidFill>
                  <a:schemeClr val="bg1"/>
                </a:solidFill>
              </a:rPr>
              <a:t>replayable</a:t>
            </a:r>
            <a:endParaRPr lang="en-US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7AEB95-AF36-9986-6FF8-D97A7285B9B9}"/>
              </a:ext>
            </a:extLst>
          </p:cNvPr>
          <p:cNvSpPr txBox="1"/>
          <p:nvPr/>
        </p:nvSpPr>
        <p:spPr>
          <a:xfrm>
            <a:off x="457200" y="5730163"/>
            <a:ext cx="8229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i="1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Sensitive financial data never written to public ledger.</a:t>
            </a:r>
            <a:endParaRPr lang="en-US" sz="2400" b="1" i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9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3400" b="1" strike="noStrike" spc="-1" dirty="0">
                <a:solidFill>
                  <a:srgbClr val="00D296"/>
                </a:solidFill>
                <a:latin typeface="Calibri"/>
              </a:rPr>
              <a:t>Prototype </a:t>
            </a:r>
            <a:r>
              <a:rPr lang="en-US" sz="3400" b="1" spc="-1" dirty="0">
                <a:solidFill>
                  <a:srgbClr val="00D296"/>
                </a:solidFill>
                <a:latin typeface="Calibri"/>
              </a:rPr>
              <a:t>Metrics</a:t>
            </a:r>
            <a:endParaRPr lang="en-US" sz="34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/>
          </p:nvPr>
        </p:nvSpPr>
        <p:spPr>
          <a:xfrm>
            <a:off x="457020" y="1420368"/>
            <a:ext cx="411480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</a:pPr>
            <a:r>
              <a:rPr lang="en-US" sz="1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Performance</a:t>
            </a:r>
            <a:endParaRPr lang="en-US" sz="1600" b="0" i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algn="l">
              <a:buNone/>
            </a:pPr>
            <a:r>
              <a:rPr lang="en-US" sz="1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• Avg evaluation time: 22 </a:t>
            </a:r>
            <a:r>
              <a:rPr lang="en-US" sz="16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ms</a:t>
            </a:r>
            <a:endParaRPr lang="en-US" sz="1600" b="0" i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algn="l">
              <a:buNone/>
            </a:pPr>
            <a:r>
              <a:rPr lang="en-US" sz="1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• P95 latency: 35 </a:t>
            </a:r>
            <a:r>
              <a:rPr lang="en-US" sz="16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ms</a:t>
            </a:r>
            <a:endParaRPr lang="en-US" sz="1600" b="0" i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algn="l">
              <a:buNone/>
            </a:pPr>
            <a:r>
              <a:rPr lang="en-US" sz="1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• Enforcement completes before settlement finality thresholds</a:t>
            </a:r>
            <a:br>
              <a:rPr lang="en-US" sz="1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endParaRPr lang="en-US" sz="1600" b="0" i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algn="l">
              <a:buNone/>
            </a:pPr>
            <a:r>
              <a:rPr lang="en-US" sz="1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Determinism</a:t>
            </a:r>
            <a:endParaRPr lang="en-US" sz="1600" b="0" i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algn="l">
              <a:buNone/>
            </a:pPr>
            <a:r>
              <a:rPr lang="en-US" sz="1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• 100% reproducible ALLOW/DENY decisions</a:t>
            </a:r>
          </a:p>
          <a:p>
            <a:pPr algn="l">
              <a:buNone/>
            </a:pPr>
            <a:r>
              <a:rPr lang="en-US" sz="1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• Identical </a:t>
            </a:r>
            <a:r>
              <a:rPr lang="en-US" sz="16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bundle_root_hash</a:t>
            </a:r>
            <a:r>
              <a:rPr lang="en-US" sz="1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under replay</a:t>
            </a:r>
          </a:p>
          <a:p>
            <a:pPr algn="l">
              <a:buNone/>
            </a:pPr>
            <a:r>
              <a:rPr lang="en-US" sz="1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• Zero nondeterministic variance observed</a:t>
            </a:r>
          </a:p>
          <a:p>
            <a:pPr algn="l">
              <a:buNone/>
            </a:pPr>
            <a:endParaRPr lang="en-US" sz="1400" b="0" i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PlaceHolder 2">
            <a:extLst>
              <a:ext uri="{FF2B5EF4-FFF2-40B4-BE49-F238E27FC236}">
                <a16:creationId xmlns:a16="http://schemas.microsoft.com/office/drawing/2014/main" id="{C1AC0B0C-73C6-FE31-2436-2D145BC7169C}"/>
              </a:ext>
            </a:extLst>
          </p:cNvPr>
          <p:cNvSpPr txBox="1">
            <a:spLocks/>
          </p:cNvSpPr>
          <p:nvPr/>
        </p:nvSpPr>
        <p:spPr>
          <a:xfrm>
            <a:off x="4571820" y="1420368"/>
            <a:ext cx="411462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</a:rPr>
              <a:t>Integrity</a:t>
            </a:r>
            <a:br>
              <a:rPr lang="en-US" sz="1600" dirty="0">
                <a:solidFill>
                  <a:schemeClr val="bg1"/>
                </a:solidFill>
                <a:latin typeface="Arial" panose="020B0604020202020204" pitchFamily="34" charset="0"/>
              </a:rPr>
            </a:br>
            <a:endParaRPr lang="en-US" sz="16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</a:rPr>
              <a:t>• Ed25519 signature verification enforced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</a:rPr>
              <a:t>• Tamper detection via hash mismatch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</a:rPr>
              <a:t>• Independent anchor verification supported</a:t>
            </a:r>
          </a:p>
          <a:p>
            <a:pPr>
              <a:buFont typeface="Arial" panose="020B0604020202020204" pitchFamily="34" charset="0"/>
              <a:buNone/>
            </a:pPr>
            <a:endParaRPr lang="en-US" sz="16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</a:rPr>
              <a:t>Enforcement Flow</a:t>
            </a:r>
            <a:br>
              <a:rPr lang="en-US" sz="1600" dirty="0">
                <a:solidFill>
                  <a:schemeClr val="bg1"/>
                </a:solidFill>
                <a:latin typeface="Arial" panose="020B0604020202020204" pitchFamily="34" charset="0"/>
              </a:rPr>
            </a:br>
            <a:endParaRPr lang="en-US" sz="16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</a:rPr>
              <a:t>Intent → Validate → Seal → Anchor → Verify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Clr>
                <a:srgbClr val="EBFFF5"/>
              </a:buClr>
              <a:buFont typeface="Arial" panose="020B0604020202020204" pitchFamily="34" charset="0"/>
              <a:buNone/>
            </a:pPr>
            <a:endParaRPr lang="en-US" sz="2000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9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400" b="1" strike="noStrike" spc="-1" dirty="0">
                <a:solidFill>
                  <a:srgbClr val="00D296"/>
                </a:solidFill>
                <a:latin typeface="Calibri"/>
              </a:rPr>
              <a:t>Demo: PASS &amp; FAIL Scenarios</a:t>
            </a:r>
            <a:endParaRPr lang="en-US" sz="34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457200" y="1886123"/>
            <a:ext cx="7540752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Font typeface="+mj-lt"/>
              <a:buAutoNum type="arabicPeriod"/>
            </a:pPr>
            <a:r>
              <a:rPr lang="en-US" sz="3200" b="0" i="0" dirty="0">
                <a:solidFill>
                  <a:schemeClr val="bg1"/>
                </a:solidFill>
                <a:effectLst/>
              </a:rPr>
              <a:t>Submit Settlement Intent</a:t>
            </a:r>
          </a:p>
          <a:p>
            <a:pPr algn="l">
              <a:buFont typeface="+mj-lt"/>
              <a:buAutoNum type="arabicPeriod"/>
            </a:pPr>
            <a:r>
              <a:rPr lang="en-US" sz="3200" b="0" i="0" dirty="0">
                <a:solidFill>
                  <a:schemeClr val="bg1"/>
                </a:solidFill>
                <a:effectLst/>
              </a:rPr>
              <a:t>Canonical Proof Chain executes</a:t>
            </a:r>
          </a:p>
          <a:p>
            <a:pPr algn="l">
              <a:buFont typeface="+mj-lt"/>
              <a:buAutoNum type="arabicPeriod"/>
            </a:pPr>
            <a:r>
              <a:rPr lang="en-US" sz="3200" b="0" i="0" dirty="0">
                <a:solidFill>
                  <a:schemeClr val="bg1"/>
                </a:solidFill>
                <a:effectLst/>
              </a:rPr>
              <a:t>PASS → ALLOW + Attestation issued</a:t>
            </a:r>
          </a:p>
          <a:p>
            <a:pPr algn="l">
              <a:buFont typeface="+mj-lt"/>
              <a:buAutoNum type="arabicPeriod"/>
            </a:pPr>
            <a:r>
              <a:rPr lang="en-US" sz="3200" b="0" i="0" dirty="0">
                <a:solidFill>
                  <a:schemeClr val="bg1"/>
                </a:solidFill>
                <a:effectLst/>
              </a:rPr>
              <a:t>FAIL → DENY pre-finality</a:t>
            </a:r>
          </a:p>
          <a:p>
            <a:pPr algn="l">
              <a:buFont typeface="+mj-lt"/>
              <a:buAutoNum type="arabicPeriod"/>
            </a:pPr>
            <a:r>
              <a:rPr lang="en-US" sz="3200" b="0" i="0" dirty="0">
                <a:solidFill>
                  <a:schemeClr val="bg1"/>
                </a:solidFill>
                <a:effectLst/>
              </a:rPr>
              <a:t>Attestation sealed &amp; anchored</a:t>
            </a:r>
          </a:p>
          <a:p>
            <a:pPr algn="l">
              <a:buFont typeface="+mj-lt"/>
              <a:buAutoNum type="arabicPeriod"/>
            </a:pPr>
            <a:r>
              <a:rPr lang="en-US" sz="3200" b="0" i="0" dirty="0">
                <a:solidFill>
                  <a:schemeClr val="bg1"/>
                </a:solidFill>
                <a:effectLst/>
              </a:rPr>
              <a:t>Independent verification</a:t>
            </a:r>
            <a:endParaRPr lang="en-US" sz="3200" dirty="0">
              <a:solidFill>
                <a:schemeClr val="bg1"/>
              </a:solidFill>
            </a:endParaRPr>
          </a:p>
          <a:p>
            <a:pPr marL="0" indent="0">
              <a:buNone/>
              <a:defRPr sz="2000">
                <a:solidFill>
                  <a:srgbClr val="EBFFF5"/>
                </a:solidFill>
              </a:defRPr>
            </a:pPr>
            <a:endParaRPr lang="en-US" sz="1600" b="0" strike="noStrike" spc="-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641"/>
              </a:spcBef>
              <a:buNone/>
            </a:pPr>
            <a:endParaRPr lang="en-US" sz="2000" spc="-1" dirty="0">
              <a:solidFill>
                <a:srgbClr val="EBFFF5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9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3400" b="1" strike="noStrike" spc="-1">
                <a:solidFill>
                  <a:srgbClr val="00D296"/>
                </a:solidFill>
                <a:latin typeface="Calibri"/>
              </a:rPr>
              <a:t>Why SettlementGuard Matters</a:t>
            </a:r>
            <a:endParaRPr lang="en-US" sz="3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</a:pPr>
            <a:r>
              <a:rPr lang="en-US" sz="20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• Stablecoin issuers — transaction-level reserve enforcement</a:t>
            </a:r>
          </a:p>
          <a:p>
            <a:pPr algn="l">
              <a:buNone/>
            </a:pPr>
            <a:r>
              <a:rPr lang="en-US" sz="20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• Tokenized funds — deterministic eligibility validation</a:t>
            </a:r>
          </a:p>
          <a:p>
            <a:pPr algn="l">
              <a:buNone/>
            </a:pPr>
            <a:r>
              <a:rPr lang="en-US" sz="20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• Custodians — cryptographic custody verification</a:t>
            </a:r>
          </a:p>
          <a:p>
            <a:pPr algn="l">
              <a:buNone/>
            </a:pPr>
            <a:r>
              <a:rPr lang="en-US" sz="20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• Clearinghouses — block non-compliant settlement pre-finality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Clr>
                <a:srgbClr val="EBFFF5"/>
              </a:buClr>
              <a:buNone/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9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3400" b="1" strike="noStrike" spc="-1">
                <a:solidFill>
                  <a:srgbClr val="00D296"/>
                </a:solidFill>
                <a:latin typeface="Calibri"/>
              </a:rPr>
              <a:t>Conclusion &amp; Q&amp;A</a:t>
            </a:r>
            <a:endParaRPr lang="en-US" sz="3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</a:pPr>
            <a:r>
              <a:rPr lang="en-US" sz="2000" b="0" i="0" dirty="0">
                <a:solidFill>
                  <a:schemeClr val="bg1"/>
                </a:solidFill>
                <a:effectLst/>
              </a:rPr>
              <a:t>• Compliance must match tokenized settlement speed</a:t>
            </a:r>
          </a:p>
          <a:p>
            <a:pPr algn="l">
              <a:buNone/>
            </a:pPr>
            <a:r>
              <a:rPr lang="en-US" sz="2000" b="0" i="0" dirty="0">
                <a:solidFill>
                  <a:schemeClr val="bg1"/>
                </a:solidFill>
                <a:effectLst/>
              </a:rPr>
              <a:t>• Enforcement must occur before finality</a:t>
            </a:r>
          </a:p>
          <a:p>
            <a:pPr algn="l">
              <a:buNone/>
            </a:pPr>
            <a:r>
              <a:rPr lang="en-US" sz="2000" b="0" i="0" dirty="0">
                <a:solidFill>
                  <a:schemeClr val="bg1"/>
                </a:solidFill>
                <a:effectLst/>
              </a:rPr>
              <a:t>• Proof must be portable and independently verifiable</a:t>
            </a: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lang="en-US" sz="2000" b="0" strike="noStrike" spc="-1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2000" b="0" strike="noStrike" spc="-1" dirty="0">
                <a:solidFill>
                  <a:srgbClr val="EBFFF5"/>
                </a:solidFill>
                <a:latin typeface="Calibri"/>
              </a:rPr>
              <a:t>Maranda Harris – </a:t>
            </a:r>
            <a:r>
              <a:rPr lang="en-US" sz="2000" b="0" strike="noStrike" spc="-1" dirty="0">
                <a:solidFill>
                  <a:srgbClr val="EBFFF5"/>
                </a:solidFill>
                <a:latin typeface="Calibri"/>
                <a:hlinkClick r:id="rId2"/>
              </a:rPr>
              <a:t>maranda@compliledger.com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2000" b="0" strike="noStrike" spc="-1" dirty="0">
                <a:solidFill>
                  <a:srgbClr val="EBFFF5"/>
                </a:solidFill>
                <a:latin typeface="Calibri"/>
                <a:hlinkClick r:id="rId3"/>
              </a:rPr>
              <a:t>www.CompliLedger.com</a:t>
            </a:r>
            <a:endParaRPr lang="en-US" sz="2000" b="0" strike="noStrike" spc="-1" dirty="0">
              <a:solidFill>
                <a:srgbClr val="EBFFF5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lang="en-US" sz="2000" spc="-1" dirty="0">
              <a:solidFill>
                <a:srgbClr val="EBFFF5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lang="en-US" sz="2000" spc="-1" dirty="0">
              <a:solidFill>
                <a:srgbClr val="EBFFF5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lang="en-US" sz="2000" spc="-1" dirty="0">
              <a:solidFill>
                <a:srgbClr val="EBFFF5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lang="en-US" sz="2000" spc="-1" dirty="0">
              <a:solidFill>
                <a:srgbClr val="EBFFF5"/>
              </a:solidFill>
              <a:latin typeface="Calibri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2000" b="1" i="1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SettlementGuard</a:t>
            </a:r>
            <a:r>
              <a:rPr lang="en-US" sz="2000" b="1" i="1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enforces deterministic, proof-based compliance at the final gate.</a:t>
            </a:r>
            <a:endParaRPr lang="en-US" sz="2000" b="1" i="1" strike="noStrike" spc="-1" dirty="0">
              <a:solidFill>
                <a:schemeClr val="bg1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1106</TotalTime>
  <Words>775</Words>
  <Application>Microsoft Office PowerPoint</Application>
  <PresentationFormat>On-screen Show (4:3)</PresentationFormat>
  <Paragraphs>152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Symbol</vt:lpstr>
      <vt:lpstr>Times New Roman</vt:lpstr>
      <vt:lpstr>Wingdings</vt:lpstr>
      <vt:lpstr>Office Theme</vt:lpstr>
      <vt:lpstr>Office Theme</vt:lpstr>
      <vt:lpstr>Office Theme</vt:lpstr>
      <vt:lpstr>Proof-Based Settlement Enforcement for Tokenized Markets</vt:lpstr>
      <vt:lpstr>Team</vt:lpstr>
      <vt:lpstr>Problem Compliance Lags Behind Settlement</vt:lpstr>
      <vt:lpstr>Solution  Deterministic Pre-Finality Enforcement </vt:lpstr>
      <vt:lpstr> SettlementGuard Deterministic Pre-Finality Enforcement Infrastructure  </vt:lpstr>
      <vt:lpstr>Industry Impact &amp; Regulation-Driven Path</vt:lpstr>
      <vt:lpstr>Industry Collaboration</vt:lpstr>
      <vt:lpstr>Challenges, Limitations &amp; Future Work</vt:lpstr>
      <vt:lpstr>Technical Implementation – Tech Stack</vt:lpstr>
      <vt:lpstr>Canonical Proof Chain</vt:lpstr>
      <vt:lpstr>Architecture – Deterministic Enforcement Flow</vt:lpstr>
      <vt:lpstr>Data Usage &amp; Responsible Design</vt:lpstr>
      <vt:lpstr>Prototype Metrics</vt:lpstr>
      <vt:lpstr>Demo: PASS &amp; FAIL Scenarios</vt:lpstr>
      <vt:lpstr>Why SettlementGuard Matters</vt:lpstr>
      <vt:lpstr>Conclusion &amp; 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Maranda Harris</dc:creator>
  <dc:description>generated using python-pptx</dc:description>
  <cp:lastModifiedBy>Maranda Harris</cp:lastModifiedBy>
  <cp:revision>5</cp:revision>
  <dcterms:created xsi:type="dcterms:W3CDTF">2013-01-27T09:14:16Z</dcterms:created>
  <dcterms:modified xsi:type="dcterms:W3CDTF">2026-02-25T16:26:15Z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